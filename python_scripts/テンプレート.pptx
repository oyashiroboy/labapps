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57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2403C-F667-401F-8B20-97CD7142B6FF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6B6E7-AC5D-4B22-BF65-1F72DDAE3A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66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A31095-94CE-CA38-B3CF-0B4CFB039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423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0971CAA-4536-4CBE-64F6-8472D1E1A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3905"/>
            <a:ext cx="9144000" cy="979690"/>
          </a:xfrm>
        </p:spPr>
        <p:txBody>
          <a:bodyPr anchor="ctr"/>
          <a:lstStyle>
            <a:lvl1pPr marL="0" indent="0" algn="ctr"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122ED12-A5FC-19CD-4D87-A1D8E95F6220}"/>
              </a:ext>
            </a:extLst>
          </p:cNvPr>
          <p:cNvCxnSpPr>
            <a:cxnSpLocks/>
          </p:cNvCxnSpPr>
          <p:nvPr/>
        </p:nvCxnSpPr>
        <p:spPr>
          <a:xfrm>
            <a:off x="1524000" y="4096491"/>
            <a:ext cx="9144000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C94855E1-1E72-00AA-2C22-97AA686F4A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6185" y="698130"/>
            <a:ext cx="5179815" cy="490904"/>
          </a:xfrm>
          <a:solidFill>
            <a:schemeClr val="accent4">
              <a:lumMod val="60000"/>
              <a:lumOff val="40000"/>
            </a:schemeClr>
          </a:solidFill>
          <a:scene3d>
            <a:camera prst="orthographicFront">
              <a:rot lat="4500000" lon="0" rev="0"/>
            </a:camera>
            <a:lightRig rig="flat" dir="t"/>
          </a:scene3d>
          <a:sp3d z="215900" prstMaterial="matte"/>
        </p:spPr>
        <p:txBody>
          <a:bodyPr wrap="square">
            <a:spAutoFit/>
            <a:flatTx/>
          </a:bodyPr>
          <a:lstStyle>
            <a:lvl1pPr marL="0" indent="0">
              <a:buNone/>
              <a:defRPr/>
            </a:lvl1pPr>
          </a:lstStyle>
          <a:p>
            <a:pPr lvl="0"/>
            <a:r>
              <a:rPr kumimoji="1" lang="ja-JP" altLang="en-US" dirty="0"/>
              <a:t>入力後に枠を調整してください</a:t>
            </a: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F5D3C0DB-F328-F573-1718-AA4DC5551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9801" y="5561013"/>
            <a:ext cx="3968200" cy="69754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kumimoji="1" lang="ja-JP" altLang="en-US" dirty="0"/>
              <a:t>名前・所属等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48890C2-A957-C9F2-CBE1-FA6D023DE806}"/>
              </a:ext>
            </a:extLst>
          </p:cNvPr>
          <p:cNvSpPr/>
          <p:nvPr userDrawn="1"/>
        </p:nvSpPr>
        <p:spPr>
          <a:xfrm rot="2715618">
            <a:off x="-369113" y="-943863"/>
            <a:ext cx="1373982" cy="29594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A0F093-5784-39D5-AFCE-E7D2D0286B06}"/>
              </a:ext>
            </a:extLst>
          </p:cNvPr>
          <p:cNvSpPr/>
          <p:nvPr userDrawn="1"/>
        </p:nvSpPr>
        <p:spPr>
          <a:xfrm rot="2292086">
            <a:off x="11346791" y="5997975"/>
            <a:ext cx="1149419" cy="14013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E852531-B769-B781-1C8B-4D7B3D4873E1}"/>
              </a:ext>
            </a:extLst>
          </p:cNvPr>
          <p:cNvSpPr/>
          <p:nvPr userDrawn="1"/>
        </p:nvSpPr>
        <p:spPr>
          <a:xfrm rot="1696502">
            <a:off x="11479456" y="6295101"/>
            <a:ext cx="1149419" cy="14013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880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CEF4B-F254-446E-91F3-4C00BAE8C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588" y="66464"/>
            <a:ext cx="7147559" cy="590548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kumimoji="1" lang="ja-JP" altLang="en-US" dirty="0"/>
              <a:t>目次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2A50BA-A4E9-CBB5-5251-BCCEA92661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©</a:t>
            </a:r>
            <a:r>
              <a:rPr kumimoji="1" lang="ja-JP" altLang="en-US"/>
              <a:t>フッター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81DCCD-A731-14B4-8C78-8878BB4A74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198F8B-C17F-43ED-8EE5-669C79FF02D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54116F1-F398-6C54-38B6-DD60C446B6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7515" y="765387"/>
            <a:ext cx="8127712" cy="5435388"/>
          </a:xfrm>
        </p:spPr>
        <p:txBody>
          <a:bodyPr/>
          <a:lstStyle>
            <a:lvl1pPr marL="514350" indent="-514350">
              <a:buFont typeface="+mj-lt"/>
              <a:buAutoNum type="arabicPeriod"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 dirty="0"/>
              <a:t>ここに目次を記載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53F779-8E31-1889-B229-584AF6AE34D0}"/>
              </a:ext>
            </a:extLst>
          </p:cNvPr>
          <p:cNvSpPr/>
          <p:nvPr userDrawn="1"/>
        </p:nvSpPr>
        <p:spPr>
          <a:xfrm>
            <a:off x="587589" y="765387"/>
            <a:ext cx="164683" cy="5435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F8ADE8B-64AF-A171-8B55-BF9D7CF886B5}"/>
              </a:ext>
            </a:extLst>
          </p:cNvPr>
          <p:cNvSpPr/>
          <p:nvPr userDrawn="1"/>
        </p:nvSpPr>
        <p:spPr>
          <a:xfrm>
            <a:off x="842472" y="765387"/>
            <a:ext cx="104354" cy="54353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4107DF6-9321-825C-82C1-A6F94B5E2DF5}"/>
              </a:ext>
            </a:extLst>
          </p:cNvPr>
          <p:cNvSpPr/>
          <p:nvPr userDrawn="1"/>
        </p:nvSpPr>
        <p:spPr>
          <a:xfrm>
            <a:off x="1037026" y="765387"/>
            <a:ext cx="58957" cy="54353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52000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F027E-E701-9652-2BF0-8594F654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9E82D15-0573-7880-0BC5-F6EB3C9400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©</a:t>
            </a:r>
            <a:r>
              <a:rPr kumimoji="1" lang="ja-JP" altLang="en-US"/>
              <a:t>フッター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6042BC-9CF4-6274-84C5-CC6588D2DA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198F8B-C17F-43ED-8EE5-669C79FF02D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67D00E7-DB3A-09BF-F4DB-C9D4C1D7D9B9}"/>
              </a:ext>
            </a:extLst>
          </p:cNvPr>
          <p:cNvSpPr/>
          <p:nvPr userDrawn="1"/>
        </p:nvSpPr>
        <p:spPr>
          <a:xfrm>
            <a:off x="11538813" y="2224390"/>
            <a:ext cx="132467" cy="140078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6DD0AA8-1DC7-1600-70DF-05900C5068BF}"/>
              </a:ext>
            </a:extLst>
          </p:cNvPr>
          <p:cNvSpPr/>
          <p:nvPr userDrawn="1"/>
        </p:nvSpPr>
        <p:spPr>
          <a:xfrm>
            <a:off x="11538813" y="3818567"/>
            <a:ext cx="132467" cy="14007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A7AB9F0-B9A7-96BF-C057-FCEE51118B3B}"/>
              </a:ext>
            </a:extLst>
          </p:cNvPr>
          <p:cNvSpPr/>
          <p:nvPr userDrawn="1"/>
        </p:nvSpPr>
        <p:spPr>
          <a:xfrm>
            <a:off x="496589" y="2224390"/>
            <a:ext cx="132467" cy="14007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F8EB839-45DB-99ED-67F1-AF1AF3111F6A}"/>
              </a:ext>
            </a:extLst>
          </p:cNvPr>
          <p:cNvSpPr/>
          <p:nvPr userDrawn="1"/>
        </p:nvSpPr>
        <p:spPr>
          <a:xfrm>
            <a:off x="496589" y="3818567"/>
            <a:ext cx="132467" cy="140078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99858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3C5E54-747D-C4F8-6F0E-EB8863AD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D12EC2-F6E8-E3A9-472F-8C83A033E7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en-US" altLang="ja-JP"/>
              <a:t>©</a:t>
            </a:r>
            <a:r>
              <a:rPr kumimoji="1" lang="ja-JP" altLang="en-US"/>
              <a:t>フッター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11E43F-C470-CB98-9A4D-2DB32A20CB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198F8B-C17F-43ED-8EE5-669C79FF02D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04A52CC-827A-3397-01AF-2537C53E4301}"/>
              </a:ext>
            </a:extLst>
          </p:cNvPr>
          <p:cNvSpPr/>
          <p:nvPr userDrawn="1"/>
        </p:nvSpPr>
        <p:spPr>
          <a:xfrm>
            <a:off x="838200" y="1690688"/>
            <a:ext cx="10575587" cy="108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B6A5E0F-5C75-7FA0-8888-211323F04EA9}"/>
              </a:ext>
            </a:extLst>
          </p:cNvPr>
          <p:cNvSpPr/>
          <p:nvPr userDrawn="1"/>
        </p:nvSpPr>
        <p:spPr>
          <a:xfrm>
            <a:off x="838199" y="1815830"/>
            <a:ext cx="10575587" cy="561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8965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C92AE3-A5D9-1951-2BCF-87BEA0437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39C7EE-496C-F22C-71C2-D28EB3AC2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EA94CA-49FB-7292-086B-4DE79E425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78226" y="6560609"/>
            <a:ext cx="4114800" cy="2309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en-US" altLang="ja-JP" dirty="0"/>
              <a:t>©</a:t>
            </a:r>
            <a:r>
              <a:rPr kumimoji="1" lang="ja-JP" altLang="en-US" dirty="0"/>
              <a:t>フッター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B89E89-4B0C-4378-C1A1-C14FA6F31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3093" y="6560609"/>
            <a:ext cx="82803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98F8B-C17F-43ED-8EE5-669C79FF02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142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60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26BA87-DCCF-CC53-3969-69C07F166A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2C6F75-65AE-41DA-62D9-9D5B5DD3D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C2556D-F672-5D8F-F992-6C35EC2B8D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9E6A4D2-93A4-1CBB-62F0-D9A14A8169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927854"/>
      </p:ext>
    </p:extLst>
  </p:cSld>
  <p:clrMapOvr>
    <a:masterClrMapping/>
  </p:clrMapOvr>
</p:sld>
</file>

<file path=ppt/theme/theme1.xml><?xml version="1.0" encoding="utf-8"?>
<a:theme xmlns:a="http://schemas.openxmlformats.org/drawingml/2006/main" name="柿タンニンをイメージした研究室用スライド">
  <a:themeElements>
    <a:clrScheme name="研究室配色~柿タンニンのパラダイス~">
      <a:dk1>
        <a:srgbClr val="3A2E28"/>
      </a:dk1>
      <a:lt1>
        <a:srgbClr val="FFFFFF"/>
      </a:lt1>
      <a:dk2>
        <a:srgbClr val="4B4B4B"/>
      </a:dk2>
      <a:lt2>
        <a:srgbClr val="F9F5EF"/>
      </a:lt2>
      <a:accent1>
        <a:srgbClr val="DE6A1C"/>
      </a:accent1>
      <a:accent2>
        <a:srgbClr val="E89241"/>
      </a:accent2>
      <a:accent3>
        <a:srgbClr val="8A9A5B"/>
      </a:accent3>
      <a:accent4>
        <a:srgbClr val="D4A017"/>
      </a:accent4>
      <a:accent5>
        <a:srgbClr val="5D8A66"/>
      </a:accent5>
      <a:accent6>
        <a:srgbClr val="C87533"/>
      </a:accent6>
      <a:hlink>
        <a:srgbClr val="006A6A"/>
      </a:hlink>
      <a:folHlink>
        <a:srgbClr val="006A6A"/>
      </a:folHlink>
    </a:clrScheme>
    <a:fontScheme name="鶴永研究室テンプレ用">
      <a:majorFont>
        <a:latin typeface="Segoe UI Black"/>
        <a:ea typeface="Noto Sans JP Black"/>
        <a:cs typeface=""/>
      </a:majorFont>
      <a:minorFont>
        <a:latin typeface="メイリオ"/>
        <a:ea typeface="BIZ UD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 b="1" cap="none" spc="0" dirty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柿タンニンをイメージした研究室用スライド" id="{2FB86C3A-DF3B-47BC-A0BE-3CE2C025258D}" vid="{3438FDB9-F0C4-44A7-8B64-08FBF76B2B2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柿タンニンをイメージした研究室用スライド</Template>
  <TotalTime>14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游ゴシック</vt:lpstr>
      <vt:lpstr>Arial</vt:lpstr>
      <vt:lpstr>Segoe UI Black</vt:lpstr>
      <vt:lpstr>柿タンニンをイメージした研究室用スライド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原　知良</dc:creator>
  <cp:lastModifiedBy>原　知良</cp:lastModifiedBy>
  <cp:revision>2</cp:revision>
  <dcterms:created xsi:type="dcterms:W3CDTF">2025-12-21T01:30:43Z</dcterms:created>
  <dcterms:modified xsi:type="dcterms:W3CDTF">2025-12-27T00:43:06Z</dcterms:modified>
</cp:coreProperties>
</file>